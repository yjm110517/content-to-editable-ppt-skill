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vt:raw-layer" descr="Preview-only generated visual lay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ivt:GEN-S03-CARD01"/>
          <p:cNvSpPr/>
          <p:nvPr/>
        </p:nvSpPr>
        <p:spPr>
          <a:xfrm>
            <a:off x="6058814" y="1632204"/>
            <a:ext cx="5534863" cy="3703320"/>
          </a:xfrm>
          <a:prstGeom prst="roundRect">
            <a:avLst/>
          </a:prstGeom>
          <a:solidFill>
            <a:srgbClr val="FFFFFF">
              <a:alpha val="85000"/>
            </a:srgbClr>
          </a:solidFill>
          <a:ln w="15240">
            <a:solidFill>
              <a:srgbClr val="AFC8FF"/>
            </a:solidFill>
            <a:prstDash val="solid"/>
            <a:headEnd type="none"/>
            <a:tailEnd type="none"/>
          </a:ln>
        </p:spPr>
      </p:sp>
      <p:sp>
        <p:nvSpPr>
          <p:cNvPr id="4" name="ivt:EL-S03-TITLE"/>
          <p:cNvSpPr/>
          <p:nvPr/>
        </p:nvSpPr>
        <p:spPr>
          <a:xfrm>
            <a:off x="6522415" y="2160727"/>
            <a:ext cx="4389120" cy="8915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确定性冻结页面文字</a:t>
            </a:r>
            <a:endParaRPr lang="en-US" sz="3000" dirty="0"/>
          </a:p>
        </p:txBody>
      </p:sp>
      <p:sp>
        <p:nvSpPr>
          <p:cNvPr id="5" name="ivt:EL-S03-C01"/>
          <p:cNvSpPr/>
          <p:nvPr/>
        </p:nvSpPr>
        <p:spPr>
          <a:xfrm>
            <a:off x="6522415" y="3360420"/>
            <a:ext cx="4389120" cy="1028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确认后由确定性投影生成页面内容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P3.3 D03 Style Anchor Preview</dc:title>
  <dc:subject>Deterministic editable PowerPoint build</dc:subject>
  <dc:creator>Content to Editable PPT Skill</dc:creator>
  <cp:lastModifiedBy>Content to Editable PPT Skill</cp:lastModifiedBy>
  <cp:revision>1</cp:revision>
  <dcterms:created xsi:type="dcterms:W3CDTF">1980-01-01T00:00:00Z</dcterms:created>
  <dcterms:modified xsi:type="dcterms:W3CDTF">1980-01-01T00:00:00Z</dcterms:modified>
</cp:coreProperties>
</file>