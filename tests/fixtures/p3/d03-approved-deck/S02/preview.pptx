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vt:raw-layer" descr="Preview-only generated lay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ivt:EL-S02-TITLE"/>
          <p:cNvSpPr/>
          <p:nvPr/>
        </p:nvSpPr>
        <p:spPr>
          <a:xfrm>
            <a:off x="609905" y="309067"/>
            <a:ext cx="6096305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用户确认建立内容边界</a:t>
            </a:r>
            <a:endParaRPr lang="en-US" sz="3000" dirty="0"/>
          </a:p>
        </p:txBody>
      </p:sp>
      <p:sp>
        <p:nvSpPr>
          <p:cNvPr id="4" name="ivt:EL-S02-C01"/>
          <p:cNvSpPr/>
          <p:nvPr/>
        </p:nvSpPr>
        <p:spPr>
          <a:xfrm>
            <a:off x="609905" y="1132027"/>
            <a:ext cx="4389120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确认绑定候选大纲哈希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D03 S02 Preview</dc:title>
  <dc:subject>Deterministic editable PowerPoint build</dc:subject>
  <dc:creator>Content to Editable PPT Skill</dc:creator>
  <cp:lastModifiedBy>Content to Editable PPT Skill</cp:lastModifiedBy>
  <cp:revision>1</cp:revision>
  <dcterms:created xsi:type="dcterms:W3CDTF">1980-01-01T00:00:00Z</dcterms:created>
  <dcterms:modified xsi:type="dcterms:W3CDTF">1980-01-01T00:00:00Z</dcterms:modified>
</cp:coreProperties>
</file>