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vt:visual-hero-01" descr="hero_illustr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00218" y="1248156"/>
            <a:ext cx="3413675" cy="3840480"/>
          </a:xfrm>
          <a:prstGeom prst="rect">
            <a:avLst/>
          </a:prstGeom>
        </p:spPr>
      </p:pic>
      <p:sp>
        <p:nvSpPr>
          <p:cNvPr id="3" name="ivt:connector-01"/>
          <p:cNvSpPr/>
          <p:nvPr/>
        </p:nvSpPr>
        <p:spPr>
          <a:xfrm>
            <a:off x="3462441" y="2791206"/>
            <a:ext cx="853419" cy="137160"/>
          </a:xfrm>
          <a:prstGeom prst="line">
            <a:avLst/>
          </a:prstGeom>
          <a:solidFill>
            <a:srgbClr val="FFFFFF">
              <a:alpha val="0"/>
            </a:srgbClr>
          </a:solidFill>
          <a:ln w="44450">
            <a:solidFill>
              <a:srgbClr val="365E7C"/>
            </a:solidFill>
            <a:prstDash val="solid"/>
            <a:headEnd type="none"/>
            <a:tailEnd type="triangle"/>
          </a:ln>
        </p:spPr>
      </p:sp>
      <p:sp>
        <p:nvSpPr>
          <p:cNvPr id="4" name="ivt:card-01"/>
          <p:cNvSpPr/>
          <p:nvPr/>
        </p:nvSpPr>
        <p:spPr>
          <a:xfrm>
            <a:off x="841227" y="1796796"/>
            <a:ext cx="2633406" cy="2167128"/>
          </a:xfrm>
          <a:prstGeom prst="roundRect">
            <a:avLst/>
          </a:prstGeom>
          <a:solidFill>
            <a:srgbClr val="DCEAF7"/>
          </a:solidFill>
          <a:ln w="28575">
            <a:solidFill>
              <a:srgbClr val="3A6487"/>
            </a:solidFill>
            <a:prstDash val="solid"/>
            <a:headEnd type="none"/>
            <a:tailEnd type="none"/>
          </a:ln>
        </p:spPr>
      </p:sp>
      <p:sp>
        <p:nvSpPr>
          <p:cNvPr id="5" name="ivt:card-02"/>
          <p:cNvSpPr/>
          <p:nvPr/>
        </p:nvSpPr>
        <p:spPr>
          <a:xfrm>
            <a:off x="4315860" y="1796796"/>
            <a:ext cx="2621214" cy="2167128"/>
          </a:xfrm>
          <a:prstGeom prst="roundRect">
            <a:avLst/>
          </a:prstGeom>
          <a:solidFill>
            <a:srgbClr val="E5F0E2"/>
          </a:solidFill>
          <a:ln w="28575">
            <a:solidFill>
              <a:srgbClr val="31815B"/>
            </a:solidFill>
            <a:prstDash val="solid"/>
            <a:headEnd type="none"/>
            <a:tailEnd type="none"/>
          </a:ln>
        </p:spPr>
      </p:sp>
      <p:sp>
        <p:nvSpPr>
          <p:cNvPr id="6" name="ivt:title-object"/>
          <p:cNvSpPr/>
          <p:nvPr/>
        </p:nvSpPr>
        <p:spPr>
          <a:xfrm>
            <a:off x="609585" y="493776"/>
            <a:ext cx="2438339" cy="4800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800" dirty="0">
                <a:solidFill>
                  <a:srgbClr val="14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学习闭环</a:t>
            </a:r>
            <a:endParaRPr lang="en-US" sz="2800" dirty="0"/>
          </a:p>
        </p:txBody>
      </p:sp>
      <p:sp>
        <p:nvSpPr>
          <p:cNvPr id="7" name="ivt:card-01-title-object"/>
          <p:cNvSpPr/>
          <p:nvPr/>
        </p:nvSpPr>
        <p:spPr>
          <a:xfrm>
            <a:off x="1097253" y="2105406"/>
            <a:ext cx="1950671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183B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提出问题</a:t>
            </a:r>
            <a:endParaRPr lang="en-US" sz="2000" dirty="0"/>
          </a:p>
        </p:txBody>
      </p:sp>
      <p:sp>
        <p:nvSpPr>
          <p:cNvPr id="8" name="ivt:card-01-body-object"/>
          <p:cNvSpPr/>
          <p:nvPr/>
        </p:nvSpPr>
        <p:spPr>
          <a:xfrm>
            <a:off x="1097253" y="2647188"/>
            <a:ext cx="2011630" cy="54178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284D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学生根据学习任务提出问题</a:t>
            </a:r>
            <a:endParaRPr lang="en-US" sz="1600" dirty="0"/>
          </a:p>
        </p:txBody>
      </p:sp>
      <p:sp>
        <p:nvSpPr>
          <p:cNvPr id="9" name="ivt:card-02-title-object"/>
          <p:cNvSpPr/>
          <p:nvPr/>
        </p:nvSpPr>
        <p:spPr>
          <a:xfrm>
            <a:off x="4559694" y="2105406"/>
            <a:ext cx="2072588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1758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分析与反馈</a:t>
            </a:r>
            <a:endParaRPr lang="en-US" sz="2000" dirty="0"/>
          </a:p>
        </p:txBody>
      </p:sp>
      <p:sp>
        <p:nvSpPr>
          <p:cNvPr id="10" name="ivt:card-02-body-object"/>
          <p:cNvSpPr/>
          <p:nvPr/>
        </p:nvSpPr>
        <p:spPr>
          <a:xfrm>
            <a:off x="4559694" y="2647188"/>
            <a:ext cx="2072588" cy="54178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2D6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系统结合学习情境生成针对性反馈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学习闭环</dc:title>
  <dc:subject>Deterministic editable PowerPoint build</dc:subject>
  <dc:creator>Content to Editable PPT Skill</dc:creator>
  <cp:lastModifiedBy>Content to Editable PPT Skill</cp:lastModifiedBy>
  <cp:revision>1</cp:revision>
  <dcterms:created xsi:type="dcterms:W3CDTF">1980-01-01T00:00:00Z</dcterms:created>
  <dcterms:modified xsi:type="dcterms:W3CDTF">1980-01-01T00:00:00Z</dcterms:modified>
</cp:coreProperties>
</file>