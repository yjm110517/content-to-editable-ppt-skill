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connector-01"/>
          <p:cNvSpPr/>
          <p:nvPr/>
        </p:nvSpPr>
        <p:spPr>
          <a:xfrm>
            <a:off x="4145176" y="3291840"/>
            <a:ext cx="1706837" cy="6858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53647A"/>
            </a:solidFill>
            <a:prstDash val="solid"/>
            <a:headEnd type="none"/>
            <a:tailEnd type="none"/>
          </a:ln>
        </p:spPr>
      </p:sp>
      <p:sp>
        <p:nvSpPr>
          <p:cNvPr id="3" name="ivt:card-01"/>
          <p:cNvSpPr/>
          <p:nvPr/>
        </p:nvSpPr>
        <p:spPr>
          <a:xfrm>
            <a:off x="1097253" y="2400300"/>
            <a:ext cx="3047924" cy="1714500"/>
          </a:xfrm>
          <a:prstGeom prst="roundRect">
            <a:avLst/>
          </a:prstGeom>
          <a:solidFill>
            <a:srgbClr val="DD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ivt:card-02"/>
          <p:cNvSpPr/>
          <p:nvPr/>
        </p:nvSpPr>
        <p:spPr>
          <a:xfrm>
            <a:off x="5852014" y="3429000"/>
            <a:ext cx="3047924" cy="1714500"/>
          </a:xfrm>
          <a:prstGeom prst="roundRect">
            <a:avLst/>
          </a:prstGeom>
          <a:solidFill>
            <a:srgbClr val="DD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vt:hero" descr="her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65688" y="1714500"/>
            <a:ext cx="2194505" cy="2057400"/>
          </a:xfrm>
          <a:prstGeom prst="rect">
            <a:avLst/>
          </a:prstGeom>
        </p:spPr>
      </p:pic>
      <p:sp>
        <p:nvSpPr>
          <p:cNvPr id="6" name="ivt:title-object"/>
          <p:cNvSpPr/>
          <p:nvPr/>
        </p:nvSpPr>
        <p:spPr>
          <a:xfrm>
            <a:off x="609585" y="274320"/>
            <a:ext cx="10972526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Scoped revision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 Handoff</dc:title>
  <dc:subject>Deterministic editable PowerPoint build</dc:subject>
  <dc:creator>Content to Editable PPT Skill</dc:creator>
  <cp:lastModifiedBy>Content to Editable PPT Skill</cp:lastModifiedBy>
  <cp:revision>1</cp:revision>
  <dcterms:created xsi:type="dcterms:W3CDTF">1980-01-01T00:00:00Z</dcterms:created>
  <dcterms:modified xsi:type="dcterms:W3CDTF">1980-01-01T00:00:00Z</dcterms:modified>
</cp:coreProperties>
</file>