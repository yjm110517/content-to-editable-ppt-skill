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vt:bg-circle-top-right"/>
          <p:cNvSpPr/>
          <p:nvPr/>
        </p:nvSpPr>
        <p:spPr>
          <a:xfrm>
            <a:off x="9857232" y="0"/>
            <a:ext cx="2334463" cy="2048256"/>
          </a:xfrm>
          <a:prstGeom prst="ellipse">
            <a:avLst/>
          </a:prstGeom>
          <a:solidFill>
            <a:srgbClr val="E8F2FF"/>
          </a:solidFill>
          <a:ln w="6350">
            <a:solidFill>
              <a:srgbClr val="E8F2FF"/>
            </a:solidFill>
            <a:prstDash val="solid"/>
            <a:headEnd type="none"/>
            <a:tailEnd type="none"/>
          </a:ln>
        </p:spPr>
      </p:sp>
      <p:sp>
        <p:nvSpPr>
          <p:cNvPr id="3" name="ivt:bg-circle-bottom-left"/>
          <p:cNvSpPr/>
          <p:nvPr/>
        </p:nvSpPr>
        <p:spPr>
          <a:xfrm>
            <a:off x="0" y="5257800"/>
            <a:ext cx="3072384" cy="1600200"/>
          </a:xfrm>
          <a:prstGeom prst="ellipse">
            <a:avLst/>
          </a:prstGeom>
          <a:solidFill>
            <a:srgbClr val="EDF4FF"/>
          </a:solidFill>
          <a:ln w="6350">
            <a:solidFill>
              <a:srgbClr val="EDF4FF"/>
            </a:solidFill>
            <a:prstDash val="solid"/>
            <a:headEnd type="none"/>
            <a:tailEnd type="none"/>
          </a:ln>
        </p:spPr>
      </p:sp>
      <p:sp>
        <p:nvSpPr>
          <p:cNvPr id="4" name="ivt:conclusion-card"/>
          <p:cNvSpPr/>
          <p:nvPr/>
        </p:nvSpPr>
        <p:spPr>
          <a:xfrm>
            <a:off x="7589520" y="1792224"/>
            <a:ext cx="3904488" cy="41056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7E4"/>
            </a:solidFill>
            <a:prstDash val="solid"/>
            <a:headEnd type="none"/>
            <a:tailEnd type="none"/>
          </a:ln>
        </p:spPr>
      </p:sp>
      <p:pic>
        <p:nvPicPr>
          <p:cNvPr id="5" name="ivt:landscape-panel-image" descr="带圆角白色边框的公园山景插画，含太阳、山丘、草地和长椅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6539" y="1785823"/>
            <a:ext cx="6345936" cy="4119372"/>
          </a:xfrm>
          <a:prstGeom prst="rect">
            <a:avLst/>
          </a:prstGeom>
        </p:spPr>
      </p:pic>
      <p:sp>
        <p:nvSpPr>
          <p:cNvPr id="6" name="ivt:principles-badge"/>
          <p:cNvSpPr/>
          <p:nvPr/>
        </p:nvSpPr>
        <p:spPr>
          <a:xfrm>
            <a:off x="7863840" y="5184648"/>
            <a:ext cx="3337560" cy="438912"/>
          </a:xfrm>
          <a:prstGeom prst="roundRect">
            <a:avLst/>
          </a:prstGeom>
          <a:solidFill>
            <a:srgbClr val="E2F6F7"/>
          </a:solidFill>
          <a:ln w="12700">
            <a:solidFill>
              <a:srgbClr val="5FC2D2"/>
            </a:solidFill>
            <a:prstDash val="solid"/>
            <a:headEnd type="none"/>
            <a:tailEnd type="none"/>
          </a:ln>
        </p:spPr>
      </p:sp>
      <p:sp>
        <p:nvSpPr>
          <p:cNvPr id="7" name="ivt:title"/>
          <p:cNvSpPr/>
          <p:nvPr/>
        </p:nvSpPr>
        <p:spPr>
          <a:xfrm>
            <a:off x="594360" y="512064"/>
            <a:ext cx="3977640" cy="47548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1234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城市微更新观察</a:t>
            </a:r>
            <a:endParaRPr lang="en-US" sz="3400" dirty="0"/>
          </a:p>
        </p:txBody>
      </p:sp>
      <p:sp>
        <p:nvSpPr>
          <p:cNvPr id="8" name="ivt:subtitle"/>
          <p:cNvSpPr/>
          <p:nvPr/>
        </p:nvSpPr>
        <p:spPr>
          <a:xfrm>
            <a:off x="612648" y="1069848"/>
            <a:ext cx="4754880" cy="24688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56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在有限空间里创造更友好的公共体验</a:t>
            </a:r>
            <a:endParaRPr lang="en-US" sz="1600" dirty="0"/>
          </a:p>
        </p:txBody>
      </p:sp>
      <p:sp>
        <p:nvSpPr>
          <p:cNvPr id="9" name="ivt:conclusion-heading"/>
          <p:cNvSpPr/>
          <p:nvPr/>
        </p:nvSpPr>
        <p:spPr>
          <a:xfrm>
            <a:off x="7936992" y="2221992"/>
            <a:ext cx="2057400" cy="3474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006A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观察结论</a:t>
            </a:r>
            <a:endParaRPr lang="en-US" sz="2200" dirty="0"/>
          </a:p>
        </p:txBody>
      </p:sp>
      <p:sp>
        <p:nvSpPr>
          <p:cNvPr id="10" name="ivt:bullet-dot-1"/>
          <p:cNvSpPr/>
          <p:nvPr/>
        </p:nvSpPr>
        <p:spPr>
          <a:xfrm>
            <a:off x="7946136" y="2898648"/>
            <a:ext cx="155448" cy="155448"/>
          </a:xfrm>
          <a:prstGeom prst="ellipse">
            <a:avLst/>
          </a:prstGeom>
          <a:solidFill>
            <a:srgbClr val="1591AF"/>
          </a:solidFill>
          <a:ln w="6350">
            <a:solidFill>
              <a:srgbClr val="1591AF"/>
            </a:solidFill>
            <a:prstDash val="solid"/>
            <a:headEnd type="none"/>
            <a:tailEnd type="none"/>
          </a:ln>
        </p:spPr>
      </p:sp>
      <p:sp>
        <p:nvSpPr>
          <p:cNvPr id="11" name="ivt:bullet-text-1"/>
          <p:cNvSpPr/>
          <p:nvPr/>
        </p:nvSpPr>
        <p:spPr>
          <a:xfrm>
            <a:off x="8247888" y="2834640"/>
            <a:ext cx="269748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44F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增加可停留的遮阴空间</a:t>
            </a:r>
            <a:endParaRPr lang="en-US" sz="1600" dirty="0"/>
          </a:p>
        </p:txBody>
      </p:sp>
      <p:sp>
        <p:nvSpPr>
          <p:cNvPr id="12" name="ivt:bullet-dot-2"/>
          <p:cNvSpPr/>
          <p:nvPr/>
        </p:nvSpPr>
        <p:spPr>
          <a:xfrm>
            <a:off x="7946136" y="3483864"/>
            <a:ext cx="155448" cy="155448"/>
          </a:xfrm>
          <a:prstGeom prst="ellipse">
            <a:avLst/>
          </a:prstGeom>
          <a:solidFill>
            <a:srgbClr val="1591AF"/>
          </a:solidFill>
          <a:ln w="6350">
            <a:solidFill>
              <a:srgbClr val="1591AF"/>
            </a:solidFill>
            <a:prstDash val="solid"/>
            <a:headEnd type="none"/>
            <a:tailEnd type="none"/>
          </a:ln>
        </p:spPr>
      </p:sp>
      <p:sp>
        <p:nvSpPr>
          <p:cNvPr id="13" name="ivt:bullet-text-2"/>
          <p:cNvSpPr/>
          <p:nvPr/>
        </p:nvSpPr>
        <p:spPr>
          <a:xfrm>
            <a:off x="8247888" y="3419856"/>
            <a:ext cx="269748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44F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保留清晰的步行通道</a:t>
            </a:r>
            <a:endParaRPr lang="en-US" sz="1600" dirty="0"/>
          </a:p>
        </p:txBody>
      </p:sp>
      <p:sp>
        <p:nvSpPr>
          <p:cNvPr id="14" name="ivt:bullet-dot-3"/>
          <p:cNvSpPr/>
          <p:nvPr/>
        </p:nvSpPr>
        <p:spPr>
          <a:xfrm>
            <a:off x="7946136" y="4069080"/>
            <a:ext cx="155448" cy="155448"/>
          </a:xfrm>
          <a:prstGeom prst="ellipse">
            <a:avLst/>
          </a:prstGeom>
          <a:solidFill>
            <a:srgbClr val="1591AF"/>
          </a:solidFill>
          <a:ln w="6350">
            <a:solidFill>
              <a:srgbClr val="1591AF"/>
            </a:solidFill>
            <a:prstDash val="solid"/>
            <a:headEnd type="none"/>
            <a:tailEnd type="none"/>
          </a:ln>
        </p:spPr>
      </p:sp>
      <p:sp>
        <p:nvSpPr>
          <p:cNvPr id="15" name="ivt:bullet-text-3"/>
          <p:cNvSpPr/>
          <p:nvPr/>
        </p:nvSpPr>
        <p:spPr>
          <a:xfrm>
            <a:off x="8247888" y="4005072"/>
            <a:ext cx="269748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44F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用色彩建立区域识别</a:t>
            </a:r>
            <a:endParaRPr lang="en-US" sz="1600" dirty="0"/>
          </a:p>
        </p:txBody>
      </p:sp>
      <p:sp>
        <p:nvSpPr>
          <p:cNvPr id="16" name="ivt:bullet-dot-4"/>
          <p:cNvSpPr/>
          <p:nvPr/>
        </p:nvSpPr>
        <p:spPr>
          <a:xfrm>
            <a:off x="7946136" y="4654296"/>
            <a:ext cx="155448" cy="155448"/>
          </a:xfrm>
          <a:prstGeom prst="ellipse">
            <a:avLst/>
          </a:prstGeom>
          <a:solidFill>
            <a:srgbClr val="1591AF"/>
          </a:solidFill>
          <a:ln w="6350">
            <a:solidFill>
              <a:srgbClr val="1591AF"/>
            </a:solidFill>
            <a:prstDash val="solid"/>
            <a:headEnd type="none"/>
            <a:tailEnd type="none"/>
          </a:ln>
        </p:spPr>
      </p:sp>
      <p:sp>
        <p:nvSpPr>
          <p:cNvPr id="17" name="ivt:bullet-text-4"/>
          <p:cNvSpPr/>
          <p:nvPr/>
        </p:nvSpPr>
        <p:spPr>
          <a:xfrm>
            <a:off x="8247888" y="4590288"/>
            <a:ext cx="269748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344F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让设施支持多种活动</a:t>
            </a:r>
            <a:endParaRPr lang="en-US" sz="1600" dirty="0"/>
          </a:p>
        </p:txBody>
      </p:sp>
      <p:sp>
        <p:nvSpPr>
          <p:cNvPr id="18" name="ivt:principles-text"/>
          <p:cNvSpPr/>
          <p:nvPr/>
        </p:nvSpPr>
        <p:spPr>
          <a:xfrm>
            <a:off x="8028432" y="5230368"/>
            <a:ext cx="3017520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006A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小尺度 · 高感知 · 可持续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城市微更新观察</dc:title>
  <dc:subject>Deterministic editable PowerPoint build</dc:subject>
  <dc:creator>content-to-editable-ppt-skill</dc:creator>
  <cp:lastModifiedBy>content-to-editable-ppt-skill</cp:lastModifiedBy>
  <cp:revision>1</cp:revision>
  <dcterms:created xsi:type="dcterms:W3CDTF">1980-01-01T00:00:00Z</dcterms:created>
  <dcterms:modified xsi:type="dcterms:W3CDTF">1980-01-01T00:00:00Z</dcterms:modified>
</cp:coreProperties>
</file>