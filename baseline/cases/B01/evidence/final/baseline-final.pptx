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vt:decor_top_right"/>
          <p:cNvSpPr/>
          <p:nvPr/>
        </p:nvSpPr>
        <p:spPr>
          <a:xfrm>
            <a:off x="9848088" y="0"/>
            <a:ext cx="2343607" cy="2048256"/>
          </a:xfrm>
          <a:prstGeom prst="ellipse">
            <a:avLst/>
          </a:prstGeom>
          <a:solidFill>
            <a:srgbClr val="E6F0FC">
              <a:alpha val="92000"/>
            </a:srgbClr>
          </a:solidFill>
          <a:ln w="6350">
            <a:solidFill>
              <a:srgbClr val="E6F0FC">
                <a:alpha val="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ivt:decor_bottom_left"/>
          <p:cNvSpPr/>
          <p:nvPr/>
        </p:nvSpPr>
        <p:spPr>
          <a:xfrm>
            <a:off x="0" y="5257800"/>
            <a:ext cx="3063240" cy="1600200"/>
          </a:xfrm>
          <a:prstGeom prst="ellipse">
            <a:avLst/>
          </a:prstGeom>
          <a:solidFill>
            <a:srgbClr val="EEF4FC">
              <a:alpha val="96000"/>
            </a:srgbClr>
          </a:solidFill>
          <a:ln w="6350">
            <a:solidFill>
              <a:srgbClr val="EEF4FC">
                <a:alpha val="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ivt:card_01"/>
          <p:cNvSpPr/>
          <p:nvPr/>
        </p:nvSpPr>
        <p:spPr>
          <a:xfrm>
            <a:off x="667512" y="1984248"/>
            <a:ext cx="3236976" cy="2651760"/>
          </a:xfrm>
          <a:prstGeom prst="roundRect">
            <a:avLst/>
          </a:prstGeom>
          <a:solidFill>
            <a:srgbClr val="E6F0FC"/>
          </a:solidFill>
          <a:ln w="16510">
            <a:solidFill>
              <a:srgbClr val="9ABCF0"/>
            </a:solidFill>
            <a:prstDash val="solid"/>
            <a:headEnd type="none"/>
            <a:tailEnd type="none"/>
          </a:ln>
        </p:spPr>
      </p:sp>
      <p:sp>
        <p:nvSpPr>
          <p:cNvPr id="5" name="ivt:card_02"/>
          <p:cNvSpPr/>
          <p:nvPr/>
        </p:nvSpPr>
        <p:spPr>
          <a:xfrm>
            <a:off x="4462272" y="1984248"/>
            <a:ext cx="3236976" cy="2651760"/>
          </a:xfrm>
          <a:prstGeom prst="roundRect">
            <a:avLst/>
          </a:prstGeom>
          <a:solidFill>
            <a:srgbClr val="EAF7F3"/>
          </a:solidFill>
          <a:ln w="16510">
            <a:solidFill>
              <a:srgbClr val="9ABCF0"/>
            </a:solidFill>
            <a:prstDash val="solid"/>
            <a:headEnd type="none"/>
            <a:tailEnd type="none"/>
          </a:ln>
        </p:spPr>
      </p:sp>
      <p:sp>
        <p:nvSpPr>
          <p:cNvPr id="6" name="ivt:card_03"/>
          <p:cNvSpPr/>
          <p:nvPr/>
        </p:nvSpPr>
        <p:spPr>
          <a:xfrm>
            <a:off x="8257032" y="1984248"/>
            <a:ext cx="3236976" cy="2651760"/>
          </a:xfrm>
          <a:prstGeom prst="roundRect">
            <a:avLst/>
          </a:prstGeom>
          <a:solidFill>
            <a:srgbClr val="FFF3DE"/>
          </a:solidFill>
          <a:ln w="16510">
            <a:solidFill>
              <a:srgbClr val="9ABCF0"/>
            </a:solidFill>
            <a:prstDash val="solid"/>
            <a:headEnd type="none"/>
            <a:tailEnd type="none"/>
          </a:ln>
        </p:spPr>
      </p:sp>
      <p:sp>
        <p:nvSpPr>
          <p:cNvPr id="7" name="ivt:footer_bar"/>
          <p:cNvSpPr/>
          <p:nvPr/>
        </p:nvSpPr>
        <p:spPr>
          <a:xfrm>
            <a:off x="2386584" y="5431536"/>
            <a:ext cx="7434072" cy="694944"/>
          </a:xfrm>
          <a:prstGeom prst="roundRect">
            <a:avLst/>
          </a:prstGeom>
          <a:solidFill>
            <a:srgbClr val="2869D7"/>
          </a:solidFill>
          <a:ln w="6350">
            <a:solidFill>
              <a:srgbClr val="2869D7"/>
            </a:solidFill>
            <a:prstDash val="solid"/>
            <a:headEnd type="none"/>
            <a:tailEnd type="none"/>
          </a:ln>
        </p:spPr>
      </p:sp>
      <p:sp>
        <p:nvSpPr>
          <p:cNvPr id="8" name="ivt:badge_01"/>
          <p:cNvSpPr/>
          <p:nvPr/>
        </p:nvSpPr>
        <p:spPr>
          <a:xfrm>
            <a:off x="923544" y="2276856"/>
            <a:ext cx="557784" cy="557784"/>
          </a:xfrm>
          <a:prstGeom prst="ellipse">
            <a:avLst/>
          </a:prstGeom>
          <a:solidFill>
            <a:srgbClr val="2869DB"/>
          </a:solidFill>
          <a:ln w="6350">
            <a:solidFill>
              <a:srgbClr val="2869DB"/>
            </a:solidFill>
            <a:prstDash val="solid"/>
            <a:headEnd type="none"/>
            <a:tailEnd type="none"/>
          </a:ln>
        </p:spPr>
      </p:sp>
      <p:sp>
        <p:nvSpPr>
          <p:cNvPr id="9" name="ivt:badge_02"/>
          <p:cNvSpPr/>
          <p:nvPr/>
        </p:nvSpPr>
        <p:spPr>
          <a:xfrm>
            <a:off x="4718304" y="2276856"/>
            <a:ext cx="557784" cy="557784"/>
          </a:xfrm>
          <a:prstGeom prst="ellipse">
            <a:avLst/>
          </a:prstGeom>
          <a:solidFill>
            <a:srgbClr val="2869DB"/>
          </a:solidFill>
          <a:ln w="6350">
            <a:solidFill>
              <a:srgbClr val="2869DB"/>
            </a:solidFill>
            <a:prstDash val="solid"/>
            <a:headEnd type="none"/>
            <a:tailEnd type="none"/>
          </a:ln>
        </p:spPr>
      </p:sp>
      <p:sp>
        <p:nvSpPr>
          <p:cNvPr id="10" name="ivt:badge_03"/>
          <p:cNvSpPr/>
          <p:nvPr/>
        </p:nvSpPr>
        <p:spPr>
          <a:xfrm>
            <a:off x="8513064" y="2276856"/>
            <a:ext cx="557784" cy="557784"/>
          </a:xfrm>
          <a:prstGeom prst="ellipse">
            <a:avLst/>
          </a:prstGeom>
          <a:solidFill>
            <a:srgbClr val="2869DB"/>
          </a:solidFill>
          <a:ln w="6350">
            <a:solidFill>
              <a:srgbClr val="2869DB"/>
            </a:solidFill>
            <a:prstDash val="solid"/>
            <a:headEnd type="none"/>
            <a:tailEnd type="none"/>
          </a:ln>
        </p:spPr>
      </p:sp>
      <p:sp>
        <p:nvSpPr>
          <p:cNvPr id="11" name="ivt:divider_01"/>
          <p:cNvSpPr/>
          <p:nvPr/>
        </p:nvSpPr>
        <p:spPr>
          <a:xfrm>
            <a:off x="960120" y="4087368"/>
            <a:ext cx="2368296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B4E4"/>
            </a:solidFill>
            <a:prstDash val="solid"/>
            <a:headEnd type="none"/>
            <a:tailEnd type="none"/>
          </a:ln>
        </p:spPr>
      </p:sp>
      <p:sp>
        <p:nvSpPr>
          <p:cNvPr id="12" name="ivt:divider_02"/>
          <p:cNvSpPr/>
          <p:nvPr/>
        </p:nvSpPr>
        <p:spPr>
          <a:xfrm>
            <a:off x="4754880" y="4087368"/>
            <a:ext cx="2368296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B4E4"/>
            </a:solidFill>
            <a:prstDash val="solid"/>
            <a:headEnd type="none"/>
            <a:tailEnd type="none"/>
          </a:ln>
        </p:spPr>
      </p:sp>
      <p:sp>
        <p:nvSpPr>
          <p:cNvPr id="13" name="ivt:divider_03"/>
          <p:cNvSpPr/>
          <p:nvPr/>
        </p:nvSpPr>
        <p:spPr>
          <a:xfrm>
            <a:off x="8549640" y="4087368"/>
            <a:ext cx="2368296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93B4E4"/>
            </a:solidFill>
            <a:prstDash val="solid"/>
            <a:headEnd type="none"/>
            <a:tailEnd type="none"/>
          </a:ln>
        </p:spPr>
      </p:sp>
      <p:sp>
        <p:nvSpPr>
          <p:cNvPr id="14" name="ivt:badge_text_01"/>
          <p:cNvSpPr/>
          <p:nvPr/>
        </p:nvSpPr>
        <p:spPr>
          <a:xfrm>
            <a:off x="923544" y="2276856"/>
            <a:ext cx="557784" cy="5577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5" name="ivt:badge_text_02"/>
          <p:cNvSpPr/>
          <p:nvPr/>
        </p:nvSpPr>
        <p:spPr>
          <a:xfrm>
            <a:off x="4718304" y="2276856"/>
            <a:ext cx="557784" cy="5577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6" name="ivt:badge_text_03"/>
          <p:cNvSpPr/>
          <p:nvPr/>
        </p:nvSpPr>
        <p:spPr>
          <a:xfrm>
            <a:off x="8513064" y="2276856"/>
            <a:ext cx="557784" cy="5577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ivt:card_title_01"/>
          <p:cNvSpPr/>
          <p:nvPr/>
        </p:nvSpPr>
        <p:spPr>
          <a:xfrm>
            <a:off x="960120" y="3099816"/>
            <a:ext cx="2331720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43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明确目标</a:t>
            </a:r>
            <a:endParaRPr lang="en-US" sz="2000" dirty="0"/>
          </a:p>
        </p:txBody>
      </p:sp>
      <p:sp>
        <p:nvSpPr>
          <p:cNvPr id="18" name="ivt:card_title_02"/>
          <p:cNvSpPr/>
          <p:nvPr/>
        </p:nvSpPr>
        <p:spPr>
          <a:xfrm>
            <a:off x="4754880" y="3099816"/>
            <a:ext cx="2331720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43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分配行动</a:t>
            </a:r>
            <a:endParaRPr lang="en-US" sz="2000" dirty="0"/>
          </a:p>
        </p:txBody>
      </p:sp>
      <p:sp>
        <p:nvSpPr>
          <p:cNvPr id="19" name="ivt:card_title_03"/>
          <p:cNvSpPr/>
          <p:nvPr/>
        </p:nvSpPr>
        <p:spPr>
          <a:xfrm>
            <a:off x="8549640" y="3099816"/>
            <a:ext cx="2331720" cy="3291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43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验证结果</a:t>
            </a:r>
            <a:endParaRPr lang="en-US" sz="2000" dirty="0"/>
          </a:p>
        </p:txBody>
      </p:sp>
      <p:sp>
        <p:nvSpPr>
          <p:cNvPr id="20" name="ivt:card_body_01"/>
          <p:cNvSpPr/>
          <p:nvPr/>
        </p:nvSpPr>
        <p:spPr>
          <a:xfrm>
            <a:off x="960120" y="3621024"/>
            <a:ext cx="233172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385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统一范围与成功标准</a:t>
            </a:r>
            <a:endParaRPr lang="en-US" sz="1400" dirty="0"/>
          </a:p>
        </p:txBody>
      </p:sp>
      <p:sp>
        <p:nvSpPr>
          <p:cNvPr id="21" name="ivt:card_body_02"/>
          <p:cNvSpPr/>
          <p:nvPr/>
        </p:nvSpPr>
        <p:spPr>
          <a:xfrm>
            <a:off x="4754880" y="3621024"/>
            <a:ext cx="233172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385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确认负责人和完成时间</a:t>
            </a:r>
            <a:endParaRPr lang="en-US" sz="1400" dirty="0"/>
          </a:p>
        </p:txBody>
      </p:sp>
      <p:sp>
        <p:nvSpPr>
          <p:cNvPr id="22" name="ivt:card_body_03"/>
          <p:cNvSpPr/>
          <p:nvPr/>
        </p:nvSpPr>
        <p:spPr>
          <a:xfrm>
            <a:off x="8549640" y="3621024"/>
            <a:ext cx="2331720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385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用证据复盘并持续改进</a:t>
            </a:r>
            <a:endParaRPr lang="en-US" sz="1400" dirty="0"/>
          </a:p>
        </p:txBody>
      </p:sp>
      <p:sp>
        <p:nvSpPr>
          <p:cNvPr id="23" name="ivt:footer_text"/>
          <p:cNvSpPr/>
          <p:nvPr/>
        </p:nvSpPr>
        <p:spPr>
          <a:xfrm>
            <a:off x="2615184" y="5568696"/>
            <a:ext cx="6976872" cy="3931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目标清晰 • 行动可追踪 • 结果可验证</a:t>
            </a:r>
            <a:endParaRPr lang="en-US" sz="1800" dirty="0"/>
          </a:p>
        </p:txBody>
      </p:sp>
      <p:sp>
        <p:nvSpPr>
          <p:cNvPr id="24" name="ivt:title"/>
          <p:cNvSpPr/>
          <p:nvPr/>
        </p:nvSpPr>
        <p:spPr>
          <a:xfrm>
            <a:off x="612648" y="594360"/>
            <a:ext cx="2971800" cy="4754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163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项目启动简报</a:t>
            </a:r>
            <a:endParaRPr lang="en-US" sz="3400" dirty="0"/>
          </a:p>
        </p:txBody>
      </p:sp>
      <p:sp>
        <p:nvSpPr>
          <p:cNvPr id="25" name="ivt:subtitle"/>
          <p:cNvSpPr/>
          <p:nvPr/>
        </p:nvSpPr>
        <p:spPr>
          <a:xfrm>
            <a:off x="630936" y="1106424"/>
            <a:ext cx="278892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4263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从目标到行动的三步协作框架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项目启动简报</dc:title>
  <dc:subject>Deterministic editable PowerPoint build</dc:subject>
  <dc:creator>content-to-editable-ppt-skill</dc:creator>
  <cp:lastModifiedBy>content-to-editable-ppt-skill</cp:lastModifiedBy>
  <cp:revision>1</cp:revision>
  <dcterms:created xsi:type="dcterms:W3CDTF">1980-01-01T00:00:00Z</dcterms:created>
  <dcterms:modified xsi:type="dcterms:W3CDTF">1980-01-01T00:00:00Z</dcterms:modified>
</cp:coreProperties>
</file>