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bg-top-right-orb"/>
          <p:cNvSpPr/>
          <p:nvPr/>
        </p:nvSpPr>
        <p:spPr>
          <a:xfrm>
            <a:off x="9857232" y="0"/>
            <a:ext cx="2334463" cy="2048256"/>
          </a:xfrm>
          <a:prstGeom prst="ellipse">
            <a:avLst/>
          </a:prstGeom>
          <a:solidFill>
            <a:srgbClr val="EAF3FF"/>
          </a:solidFill>
          <a:ln w="6350">
            <a:solidFill>
              <a:srgbClr val="EAF3FF"/>
            </a:solidFill>
            <a:prstDash val="solid"/>
            <a:headEnd type="none"/>
            <a:tailEnd type="none"/>
          </a:ln>
        </p:spPr>
      </p:sp>
      <p:sp>
        <p:nvSpPr>
          <p:cNvPr id="3" name="ivt:bg-bottom-left-orb"/>
          <p:cNvSpPr/>
          <p:nvPr/>
        </p:nvSpPr>
        <p:spPr>
          <a:xfrm>
            <a:off x="0" y="5257800"/>
            <a:ext cx="3072384" cy="1600200"/>
          </a:xfrm>
          <a:prstGeom prst="ellipse">
            <a:avLst/>
          </a:prstGeom>
          <a:solidFill>
            <a:srgbClr val="EDF4FF"/>
          </a:solidFill>
          <a:ln w="6350">
            <a:solidFill>
              <a:srgbClr val="EDF4FF"/>
            </a:solidFill>
            <a:prstDash val="solid"/>
            <a:headEnd type="none"/>
            <a:tailEnd type="none"/>
          </a:ln>
        </p:spPr>
      </p:sp>
      <p:sp>
        <p:nvSpPr>
          <p:cNvPr id="4" name="ivt:card-left"/>
          <p:cNvSpPr/>
          <p:nvPr/>
        </p:nvSpPr>
        <p:spPr>
          <a:xfrm>
            <a:off x="1947672" y="2990088"/>
            <a:ext cx="3456432" cy="1453896"/>
          </a:xfrm>
          <a:prstGeom prst="roundRect">
            <a:avLst/>
          </a:prstGeom>
          <a:solidFill>
            <a:srgbClr val="EAF4FF"/>
          </a:solidFill>
          <a:ln w="19050">
            <a:solidFill>
              <a:srgbClr val="8FC2EF"/>
            </a:solidFill>
            <a:prstDash val="solid"/>
            <a:headEnd type="none"/>
            <a:tailEnd type="none"/>
          </a:ln>
        </p:spPr>
      </p:sp>
      <p:sp>
        <p:nvSpPr>
          <p:cNvPr id="5" name="ivt:card-right"/>
          <p:cNvSpPr/>
          <p:nvPr/>
        </p:nvSpPr>
        <p:spPr>
          <a:xfrm>
            <a:off x="6803136" y="2990088"/>
            <a:ext cx="3456432" cy="1453896"/>
          </a:xfrm>
          <a:prstGeom prst="roundRect">
            <a:avLst/>
          </a:prstGeom>
          <a:solidFill>
            <a:srgbClr val="ECF8F1"/>
          </a:solidFill>
          <a:ln w="19050">
            <a:solidFill>
              <a:srgbClr val="83CDA8"/>
            </a:solidFill>
            <a:prstDash val="solid"/>
            <a:headEnd type="none"/>
            <a:tailEnd type="none"/>
          </a:ln>
        </p:spPr>
      </p:sp>
      <p:sp>
        <p:nvSpPr>
          <p:cNvPr id="6" name="ivt:flow-arrow"/>
          <p:cNvSpPr/>
          <p:nvPr/>
        </p:nvSpPr>
        <p:spPr>
          <a:xfrm>
            <a:off x="5404104" y="3721608"/>
            <a:ext cx="1399032" cy="9144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5B8DD4"/>
            </a:solidFill>
            <a:prstDash val="solid"/>
            <a:headEnd type="none"/>
            <a:tailEnd type="triangle"/>
          </a:ln>
        </p:spPr>
      </p:sp>
      <p:sp>
        <p:nvSpPr>
          <p:cNvPr id="7" name="ivt:title"/>
          <p:cNvSpPr/>
          <p:nvPr/>
        </p:nvSpPr>
        <p:spPr>
          <a:xfrm>
            <a:off x="3246120" y="1088136"/>
            <a:ext cx="5696712" cy="5669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173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保持简单，才能持续复用</a:t>
            </a:r>
            <a:endParaRPr lang="en-US" sz="3400" dirty="0"/>
          </a:p>
        </p:txBody>
      </p:sp>
      <p:sp>
        <p:nvSpPr>
          <p:cNvPr id="8" name="ivt:subtitle"/>
          <p:cNvSpPr/>
          <p:nvPr/>
        </p:nvSpPr>
        <p:spPr>
          <a:xfrm>
            <a:off x="4727448" y="1947672"/>
            <a:ext cx="2743200" cy="2926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496D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Zero-Asset Baseline</a:t>
            </a:r>
            <a:endParaRPr lang="en-US" sz="1800" dirty="0"/>
          </a:p>
        </p:txBody>
      </p:sp>
      <p:sp>
        <p:nvSpPr>
          <p:cNvPr id="9" name="ivt:card-left-title"/>
          <p:cNvSpPr/>
          <p:nvPr/>
        </p:nvSpPr>
        <p:spPr>
          <a:xfrm>
            <a:off x="2514600" y="3374136"/>
            <a:ext cx="2322576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143A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结构清晰</a:t>
            </a:r>
            <a:endParaRPr lang="en-US" sz="2100" dirty="0"/>
          </a:p>
        </p:txBody>
      </p:sp>
      <p:sp>
        <p:nvSpPr>
          <p:cNvPr id="10" name="ivt:card-left-body"/>
          <p:cNvSpPr/>
          <p:nvPr/>
        </p:nvSpPr>
        <p:spPr>
          <a:xfrm>
            <a:off x="2450592" y="3886200"/>
            <a:ext cx="2450592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4A6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只使用原生文字与形状</a:t>
            </a:r>
            <a:endParaRPr lang="en-US" sz="1400" dirty="0"/>
          </a:p>
        </p:txBody>
      </p:sp>
      <p:sp>
        <p:nvSpPr>
          <p:cNvPr id="11" name="ivt:card-right-title"/>
          <p:cNvSpPr/>
          <p:nvPr/>
        </p:nvSpPr>
        <p:spPr>
          <a:xfrm>
            <a:off x="7370064" y="3374136"/>
            <a:ext cx="2322576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143A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路径最短</a:t>
            </a:r>
            <a:endParaRPr lang="en-US" sz="2100" dirty="0"/>
          </a:p>
        </p:txBody>
      </p:sp>
      <p:sp>
        <p:nvSpPr>
          <p:cNvPr id="12" name="ivt:card-right-body"/>
          <p:cNvSpPr/>
          <p:nvPr/>
        </p:nvSpPr>
        <p:spPr>
          <a:xfrm>
            <a:off x="7251192" y="3886200"/>
            <a:ext cx="256032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4A6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不产生裁切或图片资产</a:t>
            </a:r>
            <a:endParaRPr lang="en-US" sz="1400" dirty="0"/>
          </a:p>
        </p:txBody>
      </p:sp>
      <p:sp>
        <p:nvSpPr>
          <p:cNvPr id="13" name="ivt:footer"/>
          <p:cNvSpPr/>
          <p:nvPr/>
        </p:nvSpPr>
        <p:spPr>
          <a:xfrm>
            <a:off x="3849624" y="5303520"/>
            <a:ext cx="4489704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2263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输入明确 → 构建直接 → 证据完整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Zero-Asset Baseline</dc:title>
  <dc:subject>Deterministic editable PowerPoint build</dc:subject>
  <dc:creator>content-to-editable-ppt-skill</dc:creator>
  <cp:lastModifiedBy>content-to-editable-ppt-skill</cp:lastModifiedBy>
  <cp:revision>1</cp:revision>
  <dcterms:created xsi:type="dcterms:W3CDTF">1980-01-01T00:00:00Z</dcterms:created>
  <dcterms:modified xsi:type="dcterms:W3CDTF">1980-01-01T00:00:00Z</dcterms:modified>
</cp:coreProperties>
</file>